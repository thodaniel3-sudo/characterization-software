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86" r:id="rId3"/>
  </p:sldIdLst>
  <p:sldSz cx="9906000" cy="6858000" type="A4"/>
  <p:notesSz cx="6668770" cy="9928225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>
        <p:scale>
          <a:sx n="68" d="100"/>
          <a:sy n="68" d="100"/>
        </p:scale>
        <p:origin x="-980" y="88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889938" cy="496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777607" y="0"/>
            <a:ext cx="2889938" cy="496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46113" y="744538"/>
            <a:ext cx="5376862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66909" y="4715907"/>
            <a:ext cx="5335270" cy="4467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30091"/>
            <a:ext cx="2889938" cy="496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777607" y="9430091"/>
            <a:ext cx="2889938" cy="496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46113" y="744538"/>
            <a:ext cx="5376862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66909" y="4715907"/>
            <a:ext cx="5335270" cy="4467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" name="Google Shape;104;p3:notes"/>
          <p:cNvSpPr txBox="1">
            <a:spLocks noGrp="1"/>
          </p:cNvSpPr>
          <p:nvPr>
            <p:ph type="ftr" idx="11"/>
          </p:nvPr>
        </p:nvSpPr>
        <p:spPr>
          <a:xfrm>
            <a:off x="0" y="9430091"/>
            <a:ext cx="2889938" cy="496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5" name="Google Shape;105;p3:notes"/>
          <p:cNvSpPr txBox="1">
            <a:spLocks noGrp="1"/>
          </p:cNvSpPr>
          <p:nvPr>
            <p:ph type="sldNum" idx="12"/>
          </p:nvPr>
        </p:nvSpPr>
        <p:spPr>
          <a:xfrm>
            <a:off x="3777607" y="9430091"/>
            <a:ext cx="2889938" cy="496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>
            <a:spLocks noGrp="1"/>
          </p:cNvSpPr>
          <p:nvPr>
            <p:ph type="body" idx="1"/>
          </p:nvPr>
        </p:nvSpPr>
        <p:spPr>
          <a:xfrm>
            <a:off x="495300" y="1600203"/>
            <a:ext cx="89154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2"/>
          <p:cNvSpPr txBox="1">
            <a:spLocks noGrp="1"/>
          </p:cNvSpPr>
          <p:nvPr>
            <p:ph type="dt" idx="10"/>
          </p:nvPr>
        </p:nvSpPr>
        <p:spPr>
          <a:xfrm>
            <a:off x="495300" y="6356354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>
            <a:spLocks noGrp="1"/>
          </p:cNvSpPr>
          <p:nvPr>
            <p:ph type="ftr" idx="11"/>
          </p:nvPr>
        </p:nvSpPr>
        <p:spPr>
          <a:xfrm>
            <a:off x="3384550" y="6356354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"/>
          <p:cNvSpPr txBox="1">
            <a:spLocks noGrp="1"/>
          </p:cNvSpPr>
          <p:nvPr>
            <p:ph type="sldNum" idx="12"/>
          </p:nvPr>
        </p:nvSpPr>
        <p:spPr>
          <a:xfrm>
            <a:off x="7099300" y="6356354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>
            <a:spLocks noGrp="1"/>
          </p:cNvSpPr>
          <p:nvPr>
            <p:ph type="dt" idx="10"/>
          </p:nvPr>
        </p:nvSpPr>
        <p:spPr>
          <a:xfrm>
            <a:off x="495300" y="6356354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>
            <a:spLocks noGrp="1"/>
          </p:cNvSpPr>
          <p:nvPr>
            <p:ph type="ftr" idx="11"/>
          </p:nvPr>
        </p:nvSpPr>
        <p:spPr>
          <a:xfrm>
            <a:off x="3384550" y="6356354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3"/>
          <p:cNvSpPr txBox="1">
            <a:spLocks noGrp="1"/>
          </p:cNvSpPr>
          <p:nvPr>
            <p:ph type="sldNum" idx="12"/>
          </p:nvPr>
        </p:nvSpPr>
        <p:spPr>
          <a:xfrm>
            <a:off x="7099300" y="6356354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4"/>
          <p:cNvSpPr txBox="1">
            <a:spLocks noGrp="1"/>
          </p:cNvSpPr>
          <p:nvPr>
            <p:ph type="title"/>
          </p:nvPr>
        </p:nvSpPr>
        <p:spPr>
          <a:xfrm>
            <a:off x="782506" y="4406903"/>
            <a:ext cx="84201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 panose="020F0502020204030204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4"/>
          <p:cNvSpPr txBox="1">
            <a:spLocks noGrp="1"/>
          </p:cNvSpPr>
          <p:nvPr>
            <p:ph type="body" idx="1"/>
          </p:nvPr>
        </p:nvSpPr>
        <p:spPr>
          <a:xfrm>
            <a:off x="782506" y="2906714"/>
            <a:ext cx="84201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4"/>
          <p:cNvSpPr txBox="1">
            <a:spLocks noGrp="1"/>
          </p:cNvSpPr>
          <p:nvPr>
            <p:ph type="dt" idx="10"/>
          </p:nvPr>
        </p:nvSpPr>
        <p:spPr>
          <a:xfrm>
            <a:off x="495300" y="6356354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>
            <a:spLocks noGrp="1"/>
          </p:cNvSpPr>
          <p:nvPr>
            <p:ph type="ftr" idx="11"/>
          </p:nvPr>
        </p:nvSpPr>
        <p:spPr>
          <a:xfrm>
            <a:off x="3384550" y="6356354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4"/>
          <p:cNvSpPr txBox="1">
            <a:spLocks noGrp="1"/>
          </p:cNvSpPr>
          <p:nvPr>
            <p:ph type="sldNum" idx="12"/>
          </p:nvPr>
        </p:nvSpPr>
        <p:spPr>
          <a:xfrm>
            <a:off x="7099300" y="6356354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5"/>
          <p:cNvSpPr txBox="1"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>
            <a:spLocks noGrp="1"/>
          </p:cNvSpPr>
          <p:nvPr>
            <p:ph type="body" idx="1"/>
          </p:nvPr>
        </p:nvSpPr>
        <p:spPr>
          <a:xfrm>
            <a:off x="495300" y="1600203"/>
            <a:ext cx="437515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15"/>
          <p:cNvSpPr txBox="1">
            <a:spLocks noGrp="1"/>
          </p:cNvSpPr>
          <p:nvPr>
            <p:ph type="body" idx="2"/>
          </p:nvPr>
        </p:nvSpPr>
        <p:spPr>
          <a:xfrm>
            <a:off x="5035550" y="1600203"/>
            <a:ext cx="437515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15"/>
          <p:cNvSpPr txBox="1">
            <a:spLocks noGrp="1"/>
          </p:cNvSpPr>
          <p:nvPr>
            <p:ph type="dt" idx="10"/>
          </p:nvPr>
        </p:nvSpPr>
        <p:spPr>
          <a:xfrm>
            <a:off x="495300" y="6356354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>
            <a:spLocks noGrp="1"/>
          </p:cNvSpPr>
          <p:nvPr>
            <p:ph type="ftr" idx="11"/>
          </p:nvPr>
        </p:nvSpPr>
        <p:spPr>
          <a:xfrm>
            <a:off x="3384550" y="6356354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5"/>
          <p:cNvSpPr txBox="1">
            <a:spLocks noGrp="1"/>
          </p:cNvSpPr>
          <p:nvPr>
            <p:ph type="sldNum" idx="12"/>
          </p:nvPr>
        </p:nvSpPr>
        <p:spPr>
          <a:xfrm>
            <a:off x="7099300" y="6356354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6"/>
          <p:cNvSpPr txBox="1"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6"/>
          <p:cNvSpPr txBox="1">
            <a:spLocks noGrp="1"/>
          </p:cNvSpPr>
          <p:nvPr>
            <p:ph type="body" idx="1"/>
          </p:nvPr>
        </p:nvSpPr>
        <p:spPr>
          <a:xfrm>
            <a:off x="495301" y="1535113"/>
            <a:ext cx="437687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7" name="Google Shape;47;p16"/>
          <p:cNvSpPr txBox="1">
            <a:spLocks noGrp="1"/>
          </p:cNvSpPr>
          <p:nvPr>
            <p:ph type="body" idx="2"/>
          </p:nvPr>
        </p:nvSpPr>
        <p:spPr>
          <a:xfrm>
            <a:off x="495301" y="2174875"/>
            <a:ext cx="4376870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16"/>
          <p:cNvSpPr txBox="1">
            <a:spLocks noGrp="1"/>
          </p:cNvSpPr>
          <p:nvPr>
            <p:ph type="body" idx="3"/>
          </p:nvPr>
        </p:nvSpPr>
        <p:spPr>
          <a:xfrm>
            <a:off x="5032112" y="1535113"/>
            <a:ext cx="4378591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9" name="Google Shape;49;p16"/>
          <p:cNvSpPr txBox="1">
            <a:spLocks noGrp="1"/>
          </p:cNvSpPr>
          <p:nvPr>
            <p:ph type="body" idx="4"/>
          </p:nvPr>
        </p:nvSpPr>
        <p:spPr>
          <a:xfrm>
            <a:off x="5032112" y="2174875"/>
            <a:ext cx="4378591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16"/>
          <p:cNvSpPr txBox="1">
            <a:spLocks noGrp="1"/>
          </p:cNvSpPr>
          <p:nvPr>
            <p:ph type="dt" idx="10"/>
          </p:nvPr>
        </p:nvSpPr>
        <p:spPr>
          <a:xfrm>
            <a:off x="495300" y="6356354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>
            <a:spLocks noGrp="1"/>
          </p:cNvSpPr>
          <p:nvPr>
            <p:ph type="ftr" idx="11"/>
          </p:nvPr>
        </p:nvSpPr>
        <p:spPr>
          <a:xfrm>
            <a:off x="3384550" y="6356354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>
            <a:spLocks noGrp="1"/>
          </p:cNvSpPr>
          <p:nvPr>
            <p:ph type="sldNum" idx="12"/>
          </p:nvPr>
        </p:nvSpPr>
        <p:spPr>
          <a:xfrm>
            <a:off x="7099300" y="6356354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7"/>
          <p:cNvSpPr txBox="1"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7"/>
          <p:cNvSpPr txBox="1">
            <a:spLocks noGrp="1"/>
          </p:cNvSpPr>
          <p:nvPr>
            <p:ph type="dt" idx="10"/>
          </p:nvPr>
        </p:nvSpPr>
        <p:spPr>
          <a:xfrm>
            <a:off x="495300" y="6356354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>
            <a:spLocks noGrp="1"/>
          </p:cNvSpPr>
          <p:nvPr>
            <p:ph type="ftr" idx="11"/>
          </p:nvPr>
        </p:nvSpPr>
        <p:spPr>
          <a:xfrm>
            <a:off x="3384550" y="6356354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7"/>
          <p:cNvSpPr txBox="1">
            <a:spLocks noGrp="1"/>
          </p:cNvSpPr>
          <p:nvPr>
            <p:ph type="sldNum" idx="12"/>
          </p:nvPr>
        </p:nvSpPr>
        <p:spPr>
          <a:xfrm>
            <a:off x="7099300" y="6356354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8"/>
          <p:cNvSpPr txBox="1">
            <a:spLocks noGrp="1"/>
          </p:cNvSpPr>
          <p:nvPr>
            <p:ph type="title"/>
          </p:nvPr>
        </p:nvSpPr>
        <p:spPr>
          <a:xfrm>
            <a:off x="495301" y="273050"/>
            <a:ext cx="3259006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>
            <a:spLocks noGrp="1"/>
          </p:cNvSpPr>
          <p:nvPr>
            <p:ph type="body" idx="1"/>
          </p:nvPr>
        </p:nvSpPr>
        <p:spPr>
          <a:xfrm>
            <a:off x="3872973" y="273054"/>
            <a:ext cx="5537728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8"/>
          <p:cNvSpPr txBox="1">
            <a:spLocks noGrp="1"/>
          </p:cNvSpPr>
          <p:nvPr>
            <p:ph type="body" idx="2"/>
          </p:nvPr>
        </p:nvSpPr>
        <p:spPr>
          <a:xfrm>
            <a:off x="495301" y="1435103"/>
            <a:ext cx="3259006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18"/>
          <p:cNvSpPr txBox="1">
            <a:spLocks noGrp="1"/>
          </p:cNvSpPr>
          <p:nvPr>
            <p:ph type="dt" idx="10"/>
          </p:nvPr>
        </p:nvSpPr>
        <p:spPr>
          <a:xfrm>
            <a:off x="495300" y="6356354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 txBox="1">
            <a:spLocks noGrp="1"/>
          </p:cNvSpPr>
          <p:nvPr>
            <p:ph type="ftr" idx="11"/>
          </p:nvPr>
        </p:nvSpPr>
        <p:spPr>
          <a:xfrm>
            <a:off x="3384550" y="6356354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8"/>
          <p:cNvSpPr txBox="1">
            <a:spLocks noGrp="1"/>
          </p:cNvSpPr>
          <p:nvPr>
            <p:ph type="sldNum" idx="12"/>
          </p:nvPr>
        </p:nvSpPr>
        <p:spPr>
          <a:xfrm>
            <a:off x="7099300" y="6356354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9"/>
          <p:cNvSpPr txBox="1"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>
            <a:spLocks noGrp="1"/>
          </p:cNvSpPr>
          <p:nvPr>
            <p:ph type="pic" idx="2"/>
          </p:nvPr>
        </p:nvSpPr>
        <p:spPr>
          <a:xfrm>
            <a:off x="1941645" y="612775"/>
            <a:ext cx="59436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9"/>
          <p:cNvSpPr txBox="1">
            <a:spLocks noGrp="1"/>
          </p:cNvSpPr>
          <p:nvPr>
            <p:ph type="body" idx="1"/>
          </p:nvPr>
        </p:nvSpPr>
        <p:spPr>
          <a:xfrm>
            <a:off x="1941645" y="5367338"/>
            <a:ext cx="59436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9"/>
          <p:cNvSpPr txBox="1">
            <a:spLocks noGrp="1"/>
          </p:cNvSpPr>
          <p:nvPr>
            <p:ph type="dt" idx="10"/>
          </p:nvPr>
        </p:nvSpPr>
        <p:spPr>
          <a:xfrm>
            <a:off x="495300" y="6356354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>
            <a:spLocks noGrp="1"/>
          </p:cNvSpPr>
          <p:nvPr>
            <p:ph type="ftr" idx="11"/>
          </p:nvPr>
        </p:nvSpPr>
        <p:spPr>
          <a:xfrm>
            <a:off x="3384550" y="6356354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9"/>
          <p:cNvSpPr txBox="1">
            <a:spLocks noGrp="1"/>
          </p:cNvSpPr>
          <p:nvPr>
            <p:ph type="sldNum" idx="12"/>
          </p:nvPr>
        </p:nvSpPr>
        <p:spPr>
          <a:xfrm>
            <a:off x="7099300" y="6356354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0"/>
          <p:cNvSpPr txBox="1"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0"/>
          <p:cNvSpPr txBox="1">
            <a:spLocks noGrp="1"/>
          </p:cNvSpPr>
          <p:nvPr>
            <p:ph type="body" idx="1"/>
          </p:nvPr>
        </p:nvSpPr>
        <p:spPr>
          <a:xfrm rot="5400000">
            <a:off x="2690020" y="-594518"/>
            <a:ext cx="4525963" cy="89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0"/>
          <p:cNvSpPr txBox="1">
            <a:spLocks noGrp="1"/>
          </p:cNvSpPr>
          <p:nvPr>
            <p:ph type="dt" idx="10"/>
          </p:nvPr>
        </p:nvSpPr>
        <p:spPr>
          <a:xfrm>
            <a:off x="495300" y="6356354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>
            <a:spLocks noGrp="1"/>
          </p:cNvSpPr>
          <p:nvPr>
            <p:ph type="ftr" idx="11"/>
          </p:nvPr>
        </p:nvSpPr>
        <p:spPr>
          <a:xfrm>
            <a:off x="3384550" y="6356354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0"/>
          <p:cNvSpPr txBox="1">
            <a:spLocks noGrp="1"/>
          </p:cNvSpPr>
          <p:nvPr>
            <p:ph type="sldNum" idx="12"/>
          </p:nvPr>
        </p:nvSpPr>
        <p:spPr>
          <a:xfrm>
            <a:off x="7099300" y="6356354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1"/>
          <p:cNvSpPr txBox="1">
            <a:spLocks noGrp="1"/>
          </p:cNvSpPr>
          <p:nvPr>
            <p:ph type="title"/>
          </p:nvPr>
        </p:nvSpPr>
        <p:spPr>
          <a:xfrm rot="5400000">
            <a:off x="5370515" y="2085976"/>
            <a:ext cx="5851525" cy="2228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1"/>
          <p:cNvSpPr txBox="1">
            <a:spLocks noGrp="1"/>
          </p:cNvSpPr>
          <p:nvPr>
            <p:ph type="body" idx="1"/>
          </p:nvPr>
        </p:nvSpPr>
        <p:spPr>
          <a:xfrm rot="5400000">
            <a:off x="830265" y="-60323"/>
            <a:ext cx="5851525" cy="652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1"/>
          <p:cNvSpPr txBox="1">
            <a:spLocks noGrp="1"/>
          </p:cNvSpPr>
          <p:nvPr>
            <p:ph type="dt" idx="10"/>
          </p:nvPr>
        </p:nvSpPr>
        <p:spPr>
          <a:xfrm>
            <a:off x="495300" y="6356354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1"/>
          <p:cNvSpPr txBox="1">
            <a:spLocks noGrp="1"/>
          </p:cNvSpPr>
          <p:nvPr>
            <p:ph type="ftr" idx="11"/>
          </p:nvPr>
        </p:nvSpPr>
        <p:spPr>
          <a:xfrm>
            <a:off x="3384550" y="6356354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1"/>
          <p:cNvSpPr txBox="1">
            <a:spLocks noGrp="1"/>
          </p:cNvSpPr>
          <p:nvPr>
            <p:ph type="sldNum" idx="12"/>
          </p:nvPr>
        </p:nvSpPr>
        <p:spPr>
          <a:xfrm>
            <a:off x="7099300" y="6356354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0"/>
          <p:cNvSpPr txBox="1">
            <a:spLocks noGrp="1"/>
          </p:cNvSpPr>
          <p:nvPr>
            <p:ph type="body" idx="1"/>
          </p:nvPr>
        </p:nvSpPr>
        <p:spPr>
          <a:xfrm>
            <a:off x="495300" y="1600203"/>
            <a:ext cx="89154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2" name="Google Shape;12;p10"/>
          <p:cNvSpPr txBox="1">
            <a:spLocks noGrp="1"/>
          </p:cNvSpPr>
          <p:nvPr>
            <p:ph type="dt" idx="10"/>
          </p:nvPr>
        </p:nvSpPr>
        <p:spPr>
          <a:xfrm>
            <a:off x="495300" y="6356354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3" name="Google Shape;13;p10"/>
          <p:cNvSpPr txBox="1">
            <a:spLocks noGrp="1"/>
          </p:cNvSpPr>
          <p:nvPr>
            <p:ph type="ftr" idx="11"/>
          </p:nvPr>
        </p:nvSpPr>
        <p:spPr>
          <a:xfrm>
            <a:off x="3384550" y="6356354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4" name="Google Shape;14;p10"/>
          <p:cNvSpPr txBox="1">
            <a:spLocks noGrp="1"/>
          </p:cNvSpPr>
          <p:nvPr>
            <p:ph type="sldNum" idx="12"/>
          </p:nvPr>
        </p:nvSpPr>
        <p:spPr>
          <a:xfrm>
            <a:off x="7099300" y="6356354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fld id="{00000000-1234-1234-1234-123412341234}" type="slidenum">
              <a:rPr lang="en-US" smtClean="0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jpeg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3" descr="Template2.jp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-107487"/>
            <a:ext cx="990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TextBox 18"/>
          <p:cNvSpPr txBox="1"/>
          <p:nvPr/>
        </p:nvSpPr>
        <p:spPr>
          <a:xfrm>
            <a:off x="2781053" y="436943"/>
            <a:ext cx="11881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Bright-Field</a:t>
            </a:r>
            <a:endParaRPr lang="en-US" b="1" dirty="0"/>
          </a:p>
        </p:txBody>
      </p:sp>
      <p:sp>
        <p:nvSpPr>
          <p:cNvPr id="3" name="TextBox 2"/>
          <p:cNvSpPr txBox="1"/>
          <p:nvPr/>
        </p:nvSpPr>
        <p:spPr>
          <a:xfrm>
            <a:off x="3559889" y="-107487"/>
            <a:ext cx="31047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Sample: 1B</a:t>
            </a:r>
            <a:endParaRPr lang="en-US" sz="2800" b="1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788102"/>
            <a:ext cx="2766529" cy="2880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668437" y="463460"/>
            <a:ext cx="10599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Dark-Field</a:t>
            </a:r>
            <a:endParaRPr lang="en-US" b="1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8751" y="3735073"/>
            <a:ext cx="2160000" cy="23868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9889" y="3735073"/>
            <a:ext cx="2160000" cy="23868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1027" y="3735073"/>
            <a:ext cx="2160000" cy="2386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669224" y="6109582"/>
            <a:ext cx="14590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Spectral Image</a:t>
            </a:r>
            <a:endParaRPr lang="en-US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4300801" y="6109582"/>
            <a:ext cx="811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Carbon</a:t>
            </a:r>
            <a:endParaRPr lang="en-US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6460879" y="6109582"/>
            <a:ext cx="8402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Oxygen</a:t>
            </a:r>
            <a:endParaRPr lang="en-US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4926" y="744720"/>
            <a:ext cx="3200400" cy="29903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</Words>
  <Application>WPS Presentation</Application>
  <PresentationFormat>A4 Paper (210x297 mm)</PresentationFormat>
  <Paragraphs>12</Paragraphs>
  <Slides>1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TEM, HAADF and SAED Analysis    Franscious Cummings, PhD    Electron Microscope Unit, University of  the Western Cape Private Bag X17, Bellville 7535, South Africa</dc:title>
  <dc:creator>NDorfling</dc:creator>
  <cp:lastModifiedBy>solos</cp:lastModifiedBy>
  <cp:revision>111</cp:revision>
  <dcterms:created xsi:type="dcterms:W3CDTF">2015-03-11T08:56:00Z</dcterms:created>
  <dcterms:modified xsi:type="dcterms:W3CDTF">2026-09-08T14:26:24Z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C00E7492DD0240048B94E4413142B743_13</vt:lpwstr>
  </property>
  <property fmtid="{D5CDD505-2E9C-101B-9397-08002B2CF9AE}" pid="3" name="KSOProductBuildVer">
    <vt:lpwstr>1033-12.1.0.28485</vt:lpwstr>
  </property>
</Properties>
</file>